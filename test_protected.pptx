
<file path=ppt/presentation.xml><?xml version="1.0" encoding="UTF-8" standalone="yes"?>
<p:presentation></p:presentation>
</file>

<file path=ppt/_rels/presentation.xml.rels><Relationships></Relationships>
</file>