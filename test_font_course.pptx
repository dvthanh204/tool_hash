
<file path=_rels/.rels><Relationships><Relationship Id="rId1" Type="http://schemas.openxmlformats.org/officeDocument/2006/relationships/officeDocument" Target="ppt/presentation.xml"/></Relationships>
</file>

<file path=ppt/presentation.xml><?xml version="1.0" encoding="UTF-8" standalone="yes"?>
<p:presentation><p:embeddedFontLst><p:embeddedFont><p:font /></p:embeddedFont></p:embeddedFontLst></p:presentation>
</file>

<file path=ppt/_rels/presentation.xml.rels><Relationships><Relationship Id="rIdFont" Type="http://schemas.openxmlformats.org/officeDocument/2006/relationships/font" Target="fonts/testfont.fntdata"/></Relationships>
</file>